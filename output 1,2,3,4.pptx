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23622000" cy="33413700"/>
  <p:notesSz cx="6858000" cy="9144000"/>
  <p:embeddedFontLst>
    <p:embeddedFont>
      <p:font typeface="Canva Sans Bold" charset="1" panose="020B0803030501040103"/>
      <p:regular r:id="rId12"/>
    </p:embeddedFont>
    <p:embeddedFont>
      <p:font typeface="Canva Sans" charset="1" panose="020B05030305010401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62200" y="21651756"/>
            <a:ext cx="18897600" cy="10015728"/>
          </a:xfrm>
          <a:custGeom>
            <a:avLst/>
            <a:gdLst/>
            <a:ahLst/>
            <a:cxnLst/>
            <a:rect r="r" b="b" t="t" l="l"/>
            <a:pathLst>
              <a:path h="10015728" w="18897600">
                <a:moveTo>
                  <a:pt x="0" y="0"/>
                </a:moveTo>
                <a:lnTo>
                  <a:pt x="18897600" y="0"/>
                </a:lnTo>
                <a:lnTo>
                  <a:pt x="18897600" y="10015728"/>
                </a:lnTo>
                <a:lnTo>
                  <a:pt x="0" y="100157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62200" y="3560564"/>
            <a:ext cx="28265978" cy="332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9"/>
              </a:lnSpc>
            </a:pPr>
            <a:r>
              <a:rPr lang="en-US" sz="476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1028478" indent="-514239" lvl="1">
              <a:lnSpc>
                <a:spcPts val="6669"/>
              </a:lnSpc>
              <a:buFont typeface="Arial"/>
              <a:buChar char="•"/>
            </a:pP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stu</a:t>
            </a: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dy the basic operaton of AT89051 Microcontroller.</a:t>
            </a:r>
          </a:p>
          <a:p>
            <a:pPr algn="l" marL="1028478" indent="-514239" lvl="1">
              <a:lnSpc>
                <a:spcPts val="6669"/>
              </a:lnSpc>
              <a:buFont typeface="Arial"/>
              <a:buChar char="•"/>
            </a:pP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interface an LED with Microcontroller.</a:t>
            </a:r>
          </a:p>
          <a:p>
            <a:pPr algn="l" marL="1028478" indent="-514239" lvl="1">
              <a:lnSpc>
                <a:spcPts val="6669"/>
              </a:lnSpc>
              <a:buFont typeface="Arial"/>
              <a:buChar char="•"/>
            </a:pP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generate lED blinking using a Software delay row.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2200" y="7895035"/>
            <a:ext cx="10777556" cy="11088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485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 :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ORG 0000H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UP: SETB P2.0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ACALL DELAY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CLR P2.0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ACALL DELAY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SJMP UP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DELAY: MOV R4,#35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H1:MOV R3,#255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H2:DJNZ R3,H2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DJNZ R4,H1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RET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62200" y="19962707"/>
            <a:ext cx="3043307" cy="108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1"/>
              </a:lnSpc>
            </a:pPr>
            <a:r>
              <a:rPr lang="en-US" sz="63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50978" y="1255751"/>
            <a:ext cx="5908498" cy="110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2"/>
              </a:lnSpc>
            </a:pPr>
            <a:r>
              <a:rPr lang="en-US" sz="646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EXPERIMENT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62200" y="22083691"/>
            <a:ext cx="18897600" cy="10027539"/>
          </a:xfrm>
          <a:custGeom>
            <a:avLst/>
            <a:gdLst/>
            <a:ahLst/>
            <a:cxnLst/>
            <a:rect r="r" b="b" t="t" l="l"/>
            <a:pathLst>
              <a:path h="10027539" w="18897600">
                <a:moveTo>
                  <a:pt x="0" y="0"/>
                </a:moveTo>
                <a:lnTo>
                  <a:pt x="18897600" y="0"/>
                </a:lnTo>
                <a:lnTo>
                  <a:pt x="18897600" y="10027539"/>
                </a:lnTo>
                <a:lnTo>
                  <a:pt x="0" y="10027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62200" y="3654915"/>
            <a:ext cx="28265978" cy="332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9"/>
              </a:lnSpc>
            </a:pPr>
            <a:r>
              <a:rPr lang="en-US" sz="476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Objectives:</a:t>
            </a:r>
          </a:p>
          <a:p>
            <a:pPr algn="l" marL="1028478" indent="-514239" lvl="1">
              <a:lnSpc>
                <a:spcPts val="6669"/>
              </a:lnSpc>
              <a:buFont typeface="Arial"/>
              <a:buChar char="•"/>
            </a:pP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generate a Square wave using A789051.</a:t>
            </a:r>
          </a:p>
          <a:p>
            <a:pPr algn="l" marL="1028478" indent="-514239" lvl="1">
              <a:lnSpc>
                <a:spcPts val="6669"/>
              </a:lnSpc>
              <a:buFont typeface="Arial"/>
              <a:buChar char="•"/>
            </a:pP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study port taggling operation.</a:t>
            </a:r>
          </a:p>
          <a:p>
            <a:pPr algn="l" marL="1028478" indent="-514239" lvl="1">
              <a:lnSpc>
                <a:spcPts val="6669"/>
              </a:lnSpc>
              <a:buFont typeface="Arial"/>
              <a:buChar char="•"/>
            </a:pP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observe wave form Using an an osclloscope in proteus.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2200" y="7932187"/>
            <a:ext cx="10777556" cy="1111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485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 :</a:t>
            </a:r>
          </a:p>
          <a:p>
            <a:pPr algn="l">
              <a:lnSpc>
                <a:spcPts val="6800"/>
              </a:lnSpc>
            </a:pPr>
            <a:r>
              <a:rPr lang="en-US" sz="485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ORG 0000H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UP: SETB P2.0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ACALL DELAY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CLR P2.0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ACALL DELAY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SJMP UP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DELAY: MOV R4,#35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H1:MOV R3,#255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H2:DJNZ R3,H2</a:t>
            </a:r>
          </a:p>
          <a:p>
            <a:pPr algn="l">
              <a:lnSpc>
                <a:spcPts val="6800"/>
              </a:lnSpc>
            </a:pPr>
            <a:r>
              <a:rPr lang="en-US" sz="485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DJNZ R4,H1</a:t>
            </a:r>
          </a:p>
          <a:p>
            <a:pPr algn="l">
              <a:lnSpc>
                <a:spcPts val="6800"/>
              </a:lnSpc>
            </a:pPr>
            <a:r>
              <a:rPr lang="en-US" sz="485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</a:t>
            </a:r>
          </a:p>
          <a:p>
            <a:pPr algn="l">
              <a:lnSpc>
                <a:spcPts val="6800"/>
              </a:lnSpc>
            </a:pPr>
            <a:r>
              <a:rPr lang="en-US" sz="485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62200" y="19962707"/>
            <a:ext cx="3043307" cy="108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1"/>
              </a:lnSpc>
            </a:pPr>
            <a:r>
              <a:rPr lang="en-US" sz="63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38547" y="1255751"/>
            <a:ext cx="5933359" cy="110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2"/>
              </a:lnSpc>
            </a:pPr>
            <a:r>
              <a:rPr lang="en-US" sz="646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EXPERIMENT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68671" y="1017781"/>
            <a:ext cx="18284658" cy="9725153"/>
          </a:xfrm>
          <a:custGeom>
            <a:avLst/>
            <a:gdLst/>
            <a:ahLst/>
            <a:cxnLst/>
            <a:rect r="r" b="b" t="t" l="l"/>
            <a:pathLst>
              <a:path h="9725153" w="18284658">
                <a:moveTo>
                  <a:pt x="0" y="0"/>
                </a:moveTo>
                <a:lnTo>
                  <a:pt x="18284658" y="0"/>
                </a:lnTo>
                <a:lnTo>
                  <a:pt x="18284658" y="9725153"/>
                </a:lnTo>
                <a:lnTo>
                  <a:pt x="0" y="97251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62200" y="13379797"/>
            <a:ext cx="28265978" cy="332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9"/>
              </a:lnSpc>
            </a:pPr>
            <a:r>
              <a:rPr lang="en-US" sz="476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Objectives:</a:t>
            </a:r>
          </a:p>
          <a:p>
            <a:pPr algn="l" marL="1028478" indent="-514239" lvl="1">
              <a:lnSpc>
                <a:spcPts val="6669"/>
              </a:lnSpc>
              <a:buFont typeface="Arial"/>
              <a:buChar char="•"/>
            </a:pP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generate a square wave using A18905 </a:t>
            </a:r>
          </a:p>
          <a:p>
            <a:pPr algn="l" marL="1028478" indent="-514239" lvl="1">
              <a:lnSpc>
                <a:spcPts val="6669"/>
              </a:lnSpc>
              <a:buFont typeface="Arial"/>
              <a:buChar char="•"/>
            </a:pP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study Stepping sequene of a Stepper Motor</a:t>
            </a:r>
          </a:p>
          <a:p>
            <a:pPr algn="l" marL="1028478" indent="-514239" lvl="1">
              <a:lnSpc>
                <a:spcPts val="6669"/>
              </a:lnSpc>
              <a:buFont typeface="Arial"/>
              <a:buChar char="•"/>
            </a:pP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control rotational movement using assembly languags.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2200" y="17789151"/>
            <a:ext cx="11137181" cy="1503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7"/>
              </a:lnSpc>
            </a:pPr>
            <a:r>
              <a:rPr lang="en-US" sz="501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PROGRAM: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ORG 0000H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UP: MOV P2,#09H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ACALL DELAY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MOV P2,#0CH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ACALL DELAY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MOV P2,#06H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ACALL DELAY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MOV P2,#03H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ACALL DELAY 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SJMP UP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DELAY:MOV R4,#18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H1:MOV R3,#255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H2:DJNZ R3,H2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DJNZ R4,H1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</a:t>
            </a:r>
          </a:p>
          <a:p>
            <a:pPr algn="l">
              <a:lnSpc>
                <a:spcPts val="7027"/>
              </a:lnSpc>
            </a:pP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64625" y="11495409"/>
            <a:ext cx="5961013" cy="110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2"/>
              </a:lnSpc>
            </a:pPr>
            <a:r>
              <a:rPr lang="en-US" sz="646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EXPERIMENT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62200" y="5742739"/>
            <a:ext cx="18897600" cy="10051161"/>
          </a:xfrm>
          <a:custGeom>
            <a:avLst/>
            <a:gdLst/>
            <a:ahLst/>
            <a:cxnLst/>
            <a:rect r="r" b="b" t="t" l="l"/>
            <a:pathLst>
              <a:path h="10051161" w="18897600">
                <a:moveTo>
                  <a:pt x="0" y="0"/>
                </a:moveTo>
                <a:lnTo>
                  <a:pt x="18897600" y="0"/>
                </a:lnTo>
                <a:lnTo>
                  <a:pt x="18897600" y="10051161"/>
                </a:lnTo>
                <a:lnTo>
                  <a:pt x="0" y="10051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62200" y="18888784"/>
            <a:ext cx="18897600" cy="10027539"/>
          </a:xfrm>
          <a:custGeom>
            <a:avLst/>
            <a:gdLst/>
            <a:ahLst/>
            <a:cxnLst/>
            <a:rect r="r" b="b" t="t" l="l"/>
            <a:pathLst>
              <a:path h="10027539" w="18897600">
                <a:moveTo>
                  <a:pt x="0" y="0"/>
                </a:moveTo>
                <a:lnTo>
                  <a:pt x="18897600" y="0"/>
                </a:lnTo>
                <a:lnTo>
                  <a:pt x="18897600" y="10027539"/>
                </a:lnTo>
                <a:lnTo>
                  <a:pt x="0" y="10027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62200" y="2238375"/>
            <a:ext cx="3043307" cy="108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1"/>
              </a:lnSpc>
            </a:pPr>
            <a:r>
              <a:rPr lang="en-US" sz="63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62200" y="3300269"/>
            <a:ext cx="28265978" cy="332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9"/>
              </a:lnSpc>
            </a:pPr>
            <a:r>
              <a:rPr lang="en-US" sz="476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Objectives:</a:t>
            </a:r>
          </a:p>
          <a:p>
            <a:pPr algn="l" marL="1028478" indent="-514239" lvl="1">
              <a:lnSpc>
                <a:spcPts val="6669"/>
              </a:lnSpc>
              <a:buFont typeface="Arial"/>
              <a:buChar char="•"/>
            </a:pP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Interface a 7 segment display with 1789051. </a:t>
            </a:r>
          </a:p>
          <a:p>
            <a:pPr algn="l" marL="1028478" indent="-514239" lvl="1">
              <a:lnSpc>
                <a:spcPts val="6669"/>
              </a:lnSpc>
              <a:buFont typeface="Arial"/>
              <a:buChar char="•"/>
            </a:pP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display decimal digits using Segment data.</a:t>
            </a:r>
          </a:p>
          <a:p>
            <a:pPr algn="l" marL="1028478" indent="-514239" lvl="1">
              <a:lnSpc>
                <a:spcPts val="6669"/>
              </a:lnSpc>
              <a:buFont typeface="Arial"/>
              <a:buChar char="•"/>
            </a:pPr>
            <a:r>
              <a:rPr lang="en-US" sz="4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understand output display interfacing.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62200" y="7273260"/>
            <a:ext cx="10777556" cy="2568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485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PROGRAM: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ORG 000H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UP:MOV P2,#0C0H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ACALL DELAY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MOV P2,#0F9H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ACALL DELAY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MOV P2,#0A4H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ACALL DELAY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MOV P2,#0B0H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ACALL DELAY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MOV P2,#99H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ACALL DELAY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MOV P2,#92H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ACALL DELAY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MOV P2,#82H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ACALL DELAY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MOV P2,#0F8H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ACALL DELAY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MOV P2, #80H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ACALL DELAY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MOV P2,#90H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ACALL DELAY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DELAY: MOV R5,#10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H1:MOV R4,#180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H2:MOV R3,#255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H3:DJNZ R3,H3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DJNZ R4,H2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DJNZ R5,H1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</a:t>
            </a:r>
          </a:p>
          <a:p>
            <a:pPr algn="l">
              <a:lnSpc>
                <a:spcPts val="6800"/>
              </a:lnSpc>
            </a:pP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8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11889" y="1255751"/>
            <a:ext cx="5986677" cy="110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2"/>
              </a:lnSpc>
            </a:pPr>
            <a:r>
              <a:rPr lang="en-US" sz="646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EXPERIMENT 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62200" y="5331636"/>
            <a:ext cx="18897600" cy="10051161"/>
          </a:xfrm>
          <a:custGeom>
            <a:avLst/>
            <a:gdLst/>
            <a:ahLst/>
            <a:cxnLst/>
            <a:rect r="r" b="b" t="t" l="l"/>
            <a:pathLst>
              <a:path h="10051161" w="18897600">
                <a:moveTo>
                  <a:pt x="0" y="0"/>
                </a:moveTo>
                <a:lnTo>
                  <a:pt x="18897600" y="0"/>
                </a:lnTo>
                <a:lnTo>
                  <a:pt x="18897600" y="10051161"/>
                </a:lnTo>
                <a:lnTo>
                  <a:pt x="0" y="10051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62200" y="19734653"/>
            <a:ext cx="18897600" cy="10015728"/>
          </a:xfrm>
          <a:custGeom>
            <a:avLst/>
            <a:gdLst/>
            <a:ahLst/>
            <a:cxnLst/>
            <a:rect r="r" b="b" t="t" l="l"/>
            <a:pathLst>
              <a:path h="10015728" w="18897600">
                <a:moveTo>
                  <a:pt x="0" y="0"/>
                </a:moveTo>
                <a:lnTo>
                  <a:pt x="18897600" y="0"/>
                </a:lnTo>
                <a:lnTo>
                  <a:pt x="18897600" y="10015728"/>
                </a:lnTo>
                <a:lnTo>
                  <a:pt x="0" y="10015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62200" y="2238375"/>
            <a:ext cx="3043307" cy="108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1"/>
              </a:lnSpc>
            </a:pPr>
            <a:r>
              <a:rPr lang="en-US" sz="63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DAHQA0Gofbw</dc:identifier>
  <dcterms:modified xsi:type="dcterms:W3CDTF">2011-08-01T06:04:30Z</dcterms:modified>
  <cp:revision>1</cp:revision>
  <dc:title>Geo tag p</dc:title>
</cp:coreProperties>
</file>